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88888"/>
                </a:solidFill>
              </a:rPr>
              <a:t>SERVICE DESK  ·  MONTHLY CATEGORY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</a:rPr>
              <a:t>Service desk ticket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29000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</a:rPr>
              <a:t>Jan to Mar 2026   ·   450 tickets   ·   6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7A21"/>
                </a:solidFill>
              </a:rPr>
              <a:t>For decision: automate Password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The month in five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Jan 2026 to Mar 2026. Every figure computed from the ticket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140 → 150 → 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MAR 2026 VS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+6.7%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+10 tickets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SLA 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83.8%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71 breached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87184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AGENT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1,397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6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per month, resolution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0032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REOPENED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3.9%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came back after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WHAT MOVED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7939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CCCCC"/>
                </a:solidFill>
              </a:rPr>
              <a:t>Access &amp; Identity rose 19 tickets from Jan 2026 to Mar 2026, and is now 30.7% of everything the desk receives.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CCCCC"/>
                </a:solidFill>
              </a:rPr>
              <a:t>The rest of the desk is flat or down, so this is not a general increase in volume. It is concentrated in one place.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3 months gives 2 comparisons. Read the direction, not a trend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Where the tickets came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Sorted by volume. The last column is first month to last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Jan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0452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Feb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0424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Mar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396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0368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0340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7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0370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Access &amp;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0452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0424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396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368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30.7%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40340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8775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Software &amp;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0452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0424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96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0368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0340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-9%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3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179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452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0424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0396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0368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40340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+23%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35584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Network &amp; Connectivity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0452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0424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0396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0368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12.2%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0340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-11%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19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3989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Email &amp; Collaboration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0452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0424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40396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0368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12.0%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40340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-21%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12394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40452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0424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0396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40368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0340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+62%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71415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50799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40452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0424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0396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450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0368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40340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+14%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The decision: what to automate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A subcategory reaches the shortlist only by clearing all three checks: at least 12 tickets in Mar 2026, resolution spread under 3.0h, and under 25.0% P1 or P2.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Subcategory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Mar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P1+P2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4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Hrs/month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41448"/>
            <a:ext cx="11265408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780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0.46h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4.5%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0.78h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22.8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NEAR MISS  ·  TWO OF THREE CHECKS, so these are next cycle's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4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85032"/>
            <a:ext cx="11265408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2160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</a:rPr>
              <a:t>Account Provisioning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8.11h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13.0%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4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6.43h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53.5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fails spread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056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</a:rPr>
              <a:t>Mail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7528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2.75h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256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12.0%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2984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2.17h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20.1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fails volume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453128"/>
            <a:ext cx="11265408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4897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</a:rPr>
              <a:t>MFA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67528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1.22h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256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11.1%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72984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1.25h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7.7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fails volume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Why Password is the one to act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Access &amp; Identity · handled by IAM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88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19.6% of everything the desk received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20 → 30 →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+90% from Jan 2026 to Mar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0.46h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P90 minus P10. The fix is the same nearly every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2832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ALREADY SELF-SERVE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42.0%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arrive through the portal, so the front door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WHY THE SPREAD IS THE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A spread of 0.46 hours means almost every one of these tickets is resolved the same way, in about the same time.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That is what makes a process scriptable. A subcategory with the same volume but a 40 hour spread needs a different judgement each time and would not automate.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1091672" cy="86868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Gives back at least 22.8 agent-hours a month. That is measured resolution time only, so it excludes triage, queue waiting and context switching.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Treat it as the floor. The cost to build it has to come from engineering before anyone decides.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Volume and effort are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The busiest category is rarely the most expensive one. This is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854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26 resolved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011680"/>
            <a:ext cx="5852160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93808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238.2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Licensing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523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26 resolved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578608"/>
            <a:ext cx="4292075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3723" y="25328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174.7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</a:rPr>
              <a:t>Data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92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5 resolved · small sample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145536"/>
            <a:ext cx="4193802" cy="201168"/>
          </a:xfrm>
          <a:prstGeom prst="rect">
            <a:avLst/>
          </a:prstGeom>
          <a:solidFill>
            <a:srgbClr val="7A4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5450" y="30998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88888"/>
                </a:solidFill>
              </a:rPr>
              <a:t>170.7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CRM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14 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712464"/>
            <a:ext cx="2009683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1331" y="36667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81.8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1538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</a:rPr>
              <a:t>Bandwidth and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531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7 resolved · small sample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279392"/>
            <a:ext cx="1911410" cy="201168"/>
          </a:xfrm>
          <a:prstGeom prst="rect">
            <a:avLst/>
          </a:prstGeom>
          <a:solidFill>
            <a:srgbClr val="7A4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53058" y="42336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88888"/>
                </a:solidFill>
              </a:rPr>
              <a:t>77.8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82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Peripherals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00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23 resolved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846320"/>
            <a:ext cx="1744346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5994" y="48006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71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Faded rows rest on fewer than 10 resolved tickets. One slow ticket moves those medians a long way, so they are shown but should not carry a staffing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Where service levels are slipping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Subcategories with at least 10 resolved tickets, worst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Subcategory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745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SLA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Breached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745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Reopened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874519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Handled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7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0370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0370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0370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0370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13 of 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20370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18.38h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0370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203703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Desktop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8775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Licensing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58775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58775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8775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13 of 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58775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17.23h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58775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587751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Application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3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179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CRM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97179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97179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64.3%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7179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 of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97179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13.76h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7179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14.3%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971799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Application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35584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ERP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5584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Under pressure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35584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71.4%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35584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 of 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355847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7.74h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35584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4.8%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355847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Application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19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39895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WiFi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73989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Under pressure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73989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73989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 of 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73989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7.79h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73989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739895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Network Operations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12394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VPN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12394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Under pressure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12394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81.5%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12394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 of 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12394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5.59h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12394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123943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Network Operations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71415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5079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Peripherals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5079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Slipping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450799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87.0%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50799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 of 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450799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7.57h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450799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8.7%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4507991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Desktop Support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A long median is not automatically a performance problem. Where the work waits on a supplier or an approval, the SLA target may be measuring the wrong thing, and the team that owns that process will know.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How the categories were assigned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Every number in this deck depends on this step, so it is measured rather than assumed.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37943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Tickets arrive as free text with no category. 450 of them this cycle.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32887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Descriptions are normalised and deduplicated first, which collapsed them to 127 unique cases and cut the classification work by 71.8%.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91255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7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Claude reads the description and assigns all three levels, with a confidence and a one-line reason a manager can agree or disagree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9623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13047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Nothing is forced. 0 tickets matched no bucket, and 110 are flagged for a human to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1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MEASURED AGAINST A HELD-BACK ANSWER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73751"/>
            <a:ext cx="2377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9651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4873751"/>
            <a:ext cx="2377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7832" y="49651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Subcategory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873751"/>
            <a:ext cx="2377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49651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98.4%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Issue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7375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</a:rPr>
              <a:t>This is a measurement on these tickets, not a forecast. If the answer key came from the same taxonomy the classifier was scored against, the number runs high. The number to trust on live data comes from hand-labelling a few hundred real tickets and rerunning the same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What we are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Approve a change request to automate 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134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88 tickets, 0.46h spread, gives back at least 22.8 agent-hours a month. Engineering to size the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7208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16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91256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Laptop is meeting SLA on 50.0% of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Median 18.38h against the target. A process question for Desktop Support, not a capacity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14216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239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9826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Why did Access &amp; Identity rise 19 tickets?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274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A policy change, a migration or a joiner batch would each explain it, and the answer changes what we do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21224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30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05272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Extend the history and confirm the categoriser on real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934456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3 months gives 2 comparisons. Six months makes the trend real, and a hand-labelled sample turns the accuracy figure into a fact.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8888"/>
                </a:solidFill>
              </a:rPr>
              <a:t>Source: data/categorized-tickets.xlsx. Full detail in report/ticket-analysis-dashboard.html.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