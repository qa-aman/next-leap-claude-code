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CLAUDE CODE  ·  SKILLS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Claude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D47A21"/>
                </a:solidFill>
              </a:rPr>
              <a:t>Capabilities You Teach Once. Reuse Forever.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</a:rPr>
              <a:t>A skill is the difference between explaining a workflow 100 times
and codifying it once. This deck covers what they are, how they work,
and when to reach for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Sources: Anthropic Skills docs · Building Effective Agents · github.com/anthropics/skills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27632"/>
            <a:ext cx="11247120" cy="411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73352"/>
            <a:ext cx="7315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73352"/>
            <a:ext cx="9601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The problem skills 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7315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21408"/>
            <a:ext cx="9601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What a Claude Skill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23744"/>
            <a:ext cx="11247120" cy="411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69464"/>
            <a:ext cx="7315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69464"/>
            <a:ext cx="9601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Anatomy of SKILL.md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7315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17520"/>
            <a:ext cx="9601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The description field is the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19856"/>
            <a:ext cx="11247120" cy="411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65576"/>
            <a:ext cx="7315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65576"/>
            <a:ext cx="9601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Progressive disclosure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13632"/>
            <a:ext cx="7315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13632"/>
            <a:ext cx="9601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Where skills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15968"/>
            <a:ext cx="11247120" cy="411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361688"/>
            <a:ext cx="7315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61688"/>
            <a:ext cx="9601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Skills vs sub-agents vs CLAUDE.md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09744"/>
            <a:ext cx="7315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09744"/>
            <a:ext cx="9601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Three PM skill examples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11247120" cy="411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257800"/>
            <a:ext cx="7315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257800"/>
            <a:ext cx="9601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How to build 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05856"/>
            <a:ext cx="7315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705856"/>
            <a:ext cx="96012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Anti-patterns + when to reach for a skill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Three Ways PMs Work With Claude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</a:rPr>
              <a:t>All three break when the work gets repeatable.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11247120" cy="12801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7A21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31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Copy-paste the same prompt every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889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You write the perfect prompt for feedback triage. Next week you write it again from memory. Slightly different. Slightly worse.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1247120" cy="12801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94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7A21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49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Stuff everything into CLAUDE.md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062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CLAUDE.md balloons past 500 lines. Every agent reads it on every call. Token cost goes up. Specific rules get lost in general context.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80"/>
            <a:ext cx="11247120" cy="12801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2120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7A21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166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Re-explain context every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6235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You start each Claude session by pasting the same setup. Cohort context. Repo conventions. Your own preferences. Every. Single.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Skills are the layer that codifies repeatable work without bloating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 Claude Skill Is a Reusable Capability With One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CCCCCC"/>
                </a:solidFill>
              </a:rPr>
              <a:t>  Defined in a SKILL.md file with YAML frontmatter and a markdown body.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CCCCCC"/>
                </a:solidFill>
              </a:rPr>
              <a:t>  Has a name (what it's called) and a description (when it should trigger).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CCCCCC"/>
                </a:solidFill>
              </a:rPr>
              <a:t>  Any agent in the session can invoke it. No re-implementation per agent.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CCCCCC"/>
                </a:solidFill>
              </a:rPr>
              <a:t>  Auto-loaded only when Claude decides the description matches the task.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CCCCCC"/>
                </a:solidFill>
              </a:rPr>
              <a:t>  Lives in .claude/skills/ - shareable across projects, plugins, teammates.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91640"/>
            <a:ext cx="3931920" cy="40233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Skill folder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3317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7A21"/>
                </a:solidFill>
              </a:rPr>
              <a:t>.claude/skills/
  feedback-triage/
    SKILL.md
    references/
      rubric.md
    scripts/
      classify.py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A skill is one capability, in one folder, with one entry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Every SKILL.md = Frontmatter +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  Frontmatter (YAML, between --- markers):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     name  - kebab-case identifier (required)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     description - the TRIGGER (required, most important)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     metadata - optional version, author, allowed-tools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  Body (markdown, below the frontmatter):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     Instructions Claude follows when the skill fires.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     Keep it under 500 lines. Move overflow to references/ and scripts/.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91640"/>
            <a:ext cx="5303520" cy="4023360"/>
          </a:xfrm>
          <a:prstGeom prst="rect">
            <a:avLst/>
          </a:prstGeom>
          <a:solidFill>
            <a:srgbClr val="0A0A0A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SKILL.md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8600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---
name: feedback-triage
description: Triage user feedback into
  bug, feature, or churn signal. Use when
  the user mentions feedback, tickets,
  or customer complaints.
---
You classify incoming feedback into one
of three buckets and return structured
JSON for downstream agents.
Steps:
1. Read the feedback text.
2. Apply the rubric (references/rubric.md).
3. Return { category, confidence, evidence 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Frontmatter triggers the skill. Body tells Claude what to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Description Field Is the Trigger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</a:rPr>
              <a:t>Claude doesn't load all skills. It picks them by reading descriptions.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555"/>
                </a:solidFill>
              </a:rPr>
              <a:t>AVOID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INSTEAD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5669280" cy="86868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8888"/>
                </a:solidFill>
              </a:rPr>
              <a:t>X  Vague: "Helps with PM stuff"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834640"/>
            <a:ext cx="5486400" cy="86868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9443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DD88"/>
                </a:solidFill>
              </a:rPr>
              <a:t>OK  "Triage user feedback into bug / feature / churn. Use when the user mentions feedback or tickets."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86200"/>
            <a:ext cx="5669280" cy="86868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8888"/>
                </a:solidFill>
              </a:rPr>
              <a:t>X  Abstract: "Handles documents"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886200"/>
            <a:ext cx="5486400" cy="86868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9592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DD88"/>
                </a:solidFill>
              </a:rPr>
              <a:t>OK  "Review a PRD against rubric. Use when the user asks to review, score, or critique a spec."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5669280" cy="86868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0749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8888"/>
                </a:solidFill>
              </a:rPr>
              <a:t>X  Implementation-leaky: "Calls the LLM with X"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937760"/>
            <a:ext cx="5486400" cy="86868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504748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DD88"/>
                </a:solidFill>
              </a:rPr>
              <a:t>OK  "Scan a competitor's positioning and threat angle. Use when the user mentions analyze, compare, or scan a competitor."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Write the description like the search query a user would type to find this skill.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Progressive Disclosure: Load Less, Earlier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</a:rPr>
              <a:t>Anthropic's pattern for keeping context lean as your skill library grows.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11064240" cy="1143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7A21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32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name + description from every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Always loaded into context, on every session. Costs almost nothing per skill.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1143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19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7A21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5876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8861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SKILL.md instructions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43399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Loads ONLY when Claude triggers the skill based on the description match.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74920"/>
            <a:ext cx="11064240" cy="1143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7A21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846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12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references/ and scripts/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6692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Load on demand from inside the skill body. Use for rubrics, prompts, code that the skill calls.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Same pattern lets you keep 50+ skills without bloating the context window.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Three Locations - Same Skill File, Different 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370332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9202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4231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~/.claude/skills/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1752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When: Every Claude Code session on your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931920"/>
            <a:ext cx="3429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Your personal toolkit. Writing voice, daily routines, your-style triage.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1783080"/>
            <a:ext cx="370332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19202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24231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&lt;repo&gt;/.claude/skills/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301752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When: Only sessions inside this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3931920"/>
            <a:ext cx="3429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Repo-specific work. Conventions, codebase quirks, domain workflows.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1783080"/>
            <a:ext cx="370332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PLUGIN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231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.claude-plugin/skills/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1752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When: Anyone who installs your 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31920"/>
            <a:ext cx="3429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Shippable to teammates. They install it; they get your capability.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Move a skill from project to global when you want it everywhere. From global to plugin when you want to share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Skills vs Sub-agents vs CLAUDE.md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</a:rPr>
              <a:t>The three are not interchangeable. Mixing them up causes most beginner pain.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3703320" cy="39319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3317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889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Capability - 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3520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What it does, not who does it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Any agent can call it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Loads only when triggered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Example: feedback-triage skill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2194560"/>
            <a:ext cx="3703320" cy="39319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23317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SUB-AGENT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27889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Persona - WHO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3429000"/>
            <a:ext cx="3520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A named role with its own context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Dispatched by an orchestrator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Has its own tool budget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Example: routing-agent that calls the feedback-triage skill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2194560"/>
            <a:ext cx="3703320" cy="39319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CLAUDE.md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889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Context - WHAT IS THIS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429000"/>
            <a:ext cx="3520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Project background and conventions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Always loaded for every agent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One per project, one global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CCCC"/>
                </a:solidFill>
              </a:rPr>
              <a:t>  Example: 'this is MeetFlow, a meeting AI'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Skill = how. Sub-agent = who. CLAUDE.md = what this project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PM Skill 1 - feedback-triage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When it fires: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User mentions feedback, tickets, complaints, support requests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What it does: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Reads the text, classifies as bug / feature / churn signal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Returns structured JSON for downstream agents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Who calls it: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Monday routing agent, daily digest agent, weekly summary writer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Why it's a skill, not a prompt: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Three different agents need the same classification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91640"/>
            <a:ext cx="5303520" cy="4023360"/>
          </a:xfrm>
          <a:prstGeom prst="rect">
            <a:avLst/>
          </a:prstGeom>
          <a:solidFill>
            <a:srgbClr val="0A0A0A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SKILL.md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8600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---
name: feedback-triage
description: Triage user feedback into bug,
  feature, or churn. Use when the user
  mentions feedback, tickets, or complaints.
---
Classify the incoming feedback. Return:
  { category: bug | feature | churn,
    confidence: 0-100,
    evidence: "quote from the text" }
If confidence &lt; 70, return
  { category: "unclear",
    suggestion: "escalate to human"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One skill. Three agents. Consistent output. Update once.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PM Skill 2 - prd-reviewer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When it fires: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User asks to review, score, or critique a PRD or spec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What it does: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Scores the doc 0-100 on clarity, acceptance criteria, edge cases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Returns issues + suggestions ranked by severity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Who calls it: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Spec writer agent (Pattern 1 chain), eval-optimizer loop (Pattern 5)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Why it's a skill: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The rubric is shared. Writer and reviewer both need it consistent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91640"/>
            <a:ext cx="5303520" cy="4023360"/>
          </a:xfrm>
          <a:prstGeom prst="rect">
            <a:avLst/>
          </a:prstGeom>
          <a:solidFill>
            <a:srgbClr val="0A0A0A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SKILL.md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8600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---
name: prd-reviewer
description: Review a PRD against rubric.
  Use when the user asks to review, score,
  or critique a product spec or PRD.
---
Score 0-100 on:
  - clarity of problem statement
  - specificity of acceptance criteria
  - edge case coverage
  - dependency mention
Return:
  { score, issues: [...],
    suggestions: [...],
    verdict: pass | revise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Use the same rubric across spec generation, review, and audit.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PM Skill 3 - competitive-scan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When it fires: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User asks to scan, analyze, or compare a competitor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What it does: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Fetches positioning + pricing from public sources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Extracts threat angle and evidence URLs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Who calls it: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Competitive research orchestrator, weekly intel digest, deal-prep agent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Why it's a skill: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     Same web-fetch + extraction pattern repeats across many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91640"/>
            <a:ext cx="5303520" cy="4023360"/>
          </a:xfrm>
          <a:prstGeom prst="rect">
            <a:avLst/>
          </a:prstGeom>
          <a:solidFill>
            <a:srgbClr val="0A0A0A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SKILL.md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8600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---
name: competitive-scan
description: Scan a competitor's positioning
  and threat angle from public sources.
  Use when the user asks to analyze, compare,
  or scan a competitor.
---
Read the competitor's homepage and pricing.
Identify the threat angle (pricing, feature
gap, GTM channel).
Return:
  { competitor, positioning,
    threat_level, threat_summary,
    evidence_urls: [...]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Composable: routing agents pass tickets, this skill does the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How to Build a Skill - Four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47120" cy="9601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476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7A21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562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Scaffold with init_skill.py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python3 scripts/init_skill.py &lt;skill-name&gt; --path .claude/skills/  - creates folder + SKILL.md with valid frontmatter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62072"/>
            <a:ext cx="11247120" cy="9601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2666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7A21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3522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Write the description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649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It's the trigger. Write it like the search query a user would type. Include 'Use when ...' phrasing.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41064"/>
            <a:ext cx="11247120" cy="9601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0565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7A21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1421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Write the body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4398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Instructions Claude follows. Keep under 500 lines. Move overflow into references/ and scripts/ subdirs.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0056"/>
            <a:ext cx="11247120" cy="9601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1846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7A21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9320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Test by triggering naturally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52297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Open Claude Code, paste a realistic request. If the skill doesn't fire, the description is the bug. Iterate.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The whole loop should take 15 minutes for your first real skill.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Use the Official Scaffolder, Not Blank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CCCCCC"/>
                </a:solidFill>
              </a:rPr>
              <a:t>  Anthropic ships a skill-creator skill at github.com/anthropics/skills.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CCCCCC"/>
                </a:solidFill>
              </a:rPr>
              <a:t>  Run init_skill.py to scaffold a valid SKILL.md with placeholders.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CCCCCC"/>
                </a:solidFill>
              </a:rPr>
              <a:t>  Creates kebab-case folders, validates frontmatter, sets up subdirs.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CCCCCC"/>
                </a:solidFill>
              </a:rPr>
              <a:t>  Saves you from common errors: missing fields, wrong filename, bad YAML.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CCCCCC"/>
                </a:solidFill>
              </a:rPr>
              <a:t>  Also ships package_skill.py to validate and bundle skills for sharing.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691640"/>
            <a:ext cx="5120640" cy="4023360"/>
          </a:xfrm>
          <a:prstGeom prst="rect">
            <a:avLst/>
          </a:prstGeom>
          <a:solidFill>
            <a:srgbClr val="0A0A0A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28600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$ python3 scripts/init_skill.py \
    feedback-triage \
    --path .claude/skills/
Created: .claude/skills/feedback-triage/
  SKILL.md          (frontmatter ready)
  references/       (empty, for overflow)
  scripts/          (empty, for code)
$ python3 scripts/package_skill.py \
    .claude/skills/feedback-triage
Validated. Output: feedback-triage.zip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Source: github.com/anthropics/skills/tree/main/skills/skill-creator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NOT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555"/>
                </a:solidFill>
              </a:rPr>
              <a:t>AVOID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INSTEAD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760720" cy="64008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305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888"/>
                </a:solidFill>
              </a:rPr>
              <a:t>X  Vague description ("PM helper")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303520" cy="64008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30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DD88"/>
                </a:solidFill>
              </a:rPr>
              <a:t>OK  Specific triggers ("Use when user mentions PRD review")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5760720" cy="64008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07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888"/>
                </a:solidFill>
              </a:rPr>
              <a:t>X  SKILL.md body over 500 lines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88920"/>
            <a:ext cx="5303520" cy="64008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9077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DD88"/>
                </a:solidFill>
              </a:rPr>
              <a:t>OK  Split overflow into references/ and scripts/ subdirs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5760720" cy="64008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85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888"/>
                </a:solidFill>
              </a:rPr>
              <a:t>X  Putting project context in a skill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566160"/>
            <a:ext cx="5303520" cy="64008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685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DD88"/>
                </a:solidFill>
              </a:rPr>
              <a:t>OK  Project context goes in CLAUDE.md; skills are capabilities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5760720" cy="64008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622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888"/>
                </a:solidFill>
              </a:rPr>
              <a:t>X  Building a skill for a single one-off prompt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343400"/>
            <a:ext cx="5303520" cy="64008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462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DD88"/>
                </a:solidFill>
              </a:rPr>
              <a:t>OK  If one prompt works, just write the prompt - no skill needed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5760720" cy="64008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2395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888"/>
                </a:solidFill>
              </a:rPr>
              <a:t>X  Skill that mixes 4 different jobs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120640"/>
            <a:ext cx="5303520" cy="64008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2395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DD88"/>
                </a:solidFill>
              </a:rPr>
              <a:t>OK  One skill = one capability. Split into multiple skills.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Skills Compose With the Rest of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</a:rPr>
              <a:t>A skill is one primitive. The full system has four. They snap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31720"/>
            <a:ext cx="2697480" cy="33832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5146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632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7033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Called BY agents. Loaded when description matches.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2331720"/>
            <a:ext cx="2697480" cy="33832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25146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30632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37033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Dispatch skills. Have their own scoped tools.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2331720"/>
            <a:ext cx="2697480" cy="33832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5146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0632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Deterministic glue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37033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Run at lifecycle events. Validate skill output.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2331720"/>
            <a:ext cx="2697480" cy="33832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25146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30632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External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37033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Provide tools that skills and agents can 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A plugin bundles all four into one installable unit your teammate can use.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When to Reach for a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47120" cy="7315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56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Can a single prompt do the job once?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A21"/>
                </a:solidFill>
              </a:rPr>
              <a:t>Then don't make a skill. Just write the prompt.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24328"/>
            <a:ext cx="11247120" cy="7315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Do multiple agents or sessions need the same logic?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358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A21"/>
                </a:solidFill>
              </a:rPr>
              <a:t>Yes - make a skill. One source of truth.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65576"/>
            <a:ext cx="11247120" cy="7315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38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Is the capability project-specific?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770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A21"/>
                </a:solidFill>
              </a:rPr>
              <a:t>Save it under &lt;repo&gt;/.claude/skills/.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06824"/>
            <a:ext cx="11247120" cy="7315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799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Do you use it across many projects?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183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A21"/>
                </a:solidFill>
              </a:rPr>
              <a:t>Promote it to ~/.claude/skills/.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48072"/>
            <a:ext cx="11247120" cy="7315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2212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Do you want to share it with teammates?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5955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A21"/>
                </a:solidFill>
              </a:rPr>
              <a:t>Bundle it into a plugin under .claude-plugin/skills/.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1"/>
                </a:solidFill>
              </a:rPr>
              <a:t>Start at the bottom rung. Promote upward only when reuse demands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Skills Codify Repeatable Work
Without Bloating Context.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7A21"/>
                </a:solidFill>
              </a:rPr>
              <a:t>Where to go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CCCCCC"/>
                </a:solidFill>
              </a:rPr>
              <a:t>  Claude Code Skills docs - code.claude.com/docs/en/skills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CCCCCC"/>
                </a:solidFill>
              </a:rPr>
              <a:t>  Anthropic skill-creator - github.com/anthropics/skills/tree/main/skills/skill-creator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CCCCCC"/>
                </a:solidFill>
              </a:rPr>
              <a:t>  Building Effective Agents - anthropic.com/engineering/building-effective-agents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CCCCCC"/>
                </a:solidFill>
              </a:rPr>
              <a:t>  Multi-Agent Research System - anthropic.com/engineering/multi-agent-research-system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CCCCCC"/>
                </a:solidFill>
              </a:rPr>
              <a:t>  Sub-agents docs (skills + agents) - code.claude.com/docs/en/sub-agents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7A21"/>
                </a:solidFill>
              </a:rPr>
              <a:t>Pick one workflow you do 3+ times a week. Make it a skill. That's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